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9月9日（水）10:00〜11:30　｜　オンライン（Zoom）</a:t>
            </a:r>
            <a:endParaRPr lang="en-US" sz="16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参加費：3,300円（感想アンケート協力で無料）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42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2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42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42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42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42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42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42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42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42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42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42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42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42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42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42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42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42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278728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488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44488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42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42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42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42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42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42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42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42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42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42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42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42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42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参加費の前に、知っておいてほしいこと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身体・思考・習慣を一緒に整える、伴走型のプログラム。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一般的には、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5200" b="1" dirty="0">
                <a:solidFill>
                  <a:srgbClr val="B7A99A"/>
                </a:solidFill>
              </a:rPr>
              <a:t>40万円 〜 60万円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ほどかかることが多い金額です。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けれど、今回は――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42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42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今日中のお申し込み・ご入金で、さらに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880360"/>
          </a:xfrm>
          <a:prstGeom prst="roundRect">
            <a:avLst>
              <a:gd name="adj" fmla="val 3810"/>
            </a:avLst>
          </a:prstGeom>
          <a:solidFill>
            <a:srgbClr val="FDEE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091153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400" strike="sngStrike" dirty="0">
                <a:solidFill>
                  <a:srgbClr val="B7A99A"/>
                </a:solidFill>
              </a:rPr>
              <a:t>298,000円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0876A"/>
                </a:solidFill>
              </a:rPr>
              <a:t>↓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6800" b="1" dirty="0">
                <a:solidFill>
                  <a:srgbClr val="DD6E4E"/>
                </a:solidFill>
              </a:rPr>
              <a:t>248,000</a:t>
            </a:r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DD6E4E"/>
                </a:solidFill>
              </a:rPr>
              <a:t>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01288" y="480060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7" name="Text 5"/>
          <p:cNvSpPr/>
          <p:nvPr/>
        </p:nvSpPr>
        <p:spPr>
          <a:xfrm>
            <a:off x="3901288" y="4800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本日中のお申し込み・ご入金限定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42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42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41 / 42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 / 42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2026-08-26T06:02:45Z</dcterms:created>
  <dcterms:modified xsi:type="dcterms:W3CDTF">2026-08-26T06:02:45Z</dcterms:modified>
</cp:coreProperties>
</file>